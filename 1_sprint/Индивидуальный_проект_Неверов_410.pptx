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84DA-E3E0-4099-8BC4-1813584C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5" y="800100"/>
            <a:ext cx="8447314" cy="331469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BD63B-9405-4E42-9E2F-07573F9B1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415" y="4909459"/>
            <a:ext cx="8292874" cy="91439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D03A-9A11-476C-B52A-593F3C01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50CD1-7906-4885-9A4D-B764220D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CA96-1AD5-41FE-AB5C-68ABD652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09E39A-DA3F-4BDC-A89A-6545C1DD3721}"/>
              </a:ext>
            </a:extLst>
          </p:cNvPr>
          <p:cNvCxnSpPr>
            <a:cxnSpLocks/>
          </p:cNvCxnSpPr>
          <p:nvPr/>
        </p:nvCxnSpPr>
        <p:spPr>
          <a:xfrm>
            <a:off x="360154" y="460266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50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EE8-2E4A-4A4A-833E-89D8D794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FDA-CDBF-4B24-9EC3-827F540F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643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871D-4A14-4A17-A0ED-7DDA7752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D654-899B-4DAF-93B9-1CBCAB5F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7FCA-B968-443D-90A7-E0F3C6D6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5CC56-CBE8-4152-AD5E-982DD286AA28}"/>
              </a:ext>
            </a:extLst>
          </p:cNvPr>
          <p:cNvCxnSpPr>
            <a:cxnSpLocks/>
          </p:cNvCxnSpPr>
          <p:nvPr/>
        </p:nvCxnSpPr>
        <p:spPr>
          <a:xfrm>
            <a:off x="386707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80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5B8-786F-418B-9367-52B19526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3426"/>
            <a:ext cx="8840344" cy="34890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F574-9044-4964-B6AE-A3983D59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8488"/>
            <a:ext cx="8840344" cy="90077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A109-E9F9-428E-858A-38375BF1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BA6F-665B-4D62-84D1-23E03428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A2D7-4390-4B51-90D4-900EAAB1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6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66EE-5127-48B4-A6F6-F5F6B38D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7828"/>
            <a:ext cx="9578683" cy="990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B8A9-5914-49F9-8E0E-C8723C533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7407"/>
            <a:ext cx="4318906" cy="3725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7D0C2-CAEA-4E31-8FA6-D866315D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577" y="2057407"/>
            <a:ext cx="4405746" cy="3725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5DE2-0BD6-45B3-BDB1-675BA05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622B7-97C1-4C72-BCA9-290DC716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BEE3-B3AE-45B6-924A-08ABC951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0397D-8A25-4307-B58D-8DE617EFD26D}"/>
              </a:ext>
            </a:extLst>
          </p:cNvPr>
          <p:cNvCxnSpPr>
            <a:cxnSpLocks/>
          </p:cNvCxnSpPr>
          <p:nvPr/>
        </p:nvCxnSpPr>
        <p:spPr>
          <a:xfrm>
            <a:off x="375523" y="176040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747697-5C57-4DA6-8ED6-CAB14CDD220A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91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2296-2B01-4044-AD7B-497BAC8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9600"/>
            <a:ext cx="10515600" cy="95149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08880-DE5D-4299-BAC3-D45377C4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89859"/>
            <a:ext cx="4381644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A655D-7A3A-4BA5-B82A-744276BE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13126"/>
            <a:ext cx="4381644" cy="31213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7933-BDAC-4317-9B7E-E30CF0B4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0530" y="1989859"/>
            <a:ext cx="4487137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5878F-AE56-4F8C-A84A-A8534180D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0531" y="2713127"/>
            <a:ext cx="4487136" cy="3121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249A-9D93-4A8E-9284-5AB19AC0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883-9438-44C9-877E-EC771D1B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ED3CC-D7BA-43BD-973A-B09921FE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B03ADF-AEED-49C1-9CF7-7749387E2A4F}"/>
              </a:ext>
            </a:extLst>
          </p:cNvPr>
          <p:cNvCxnSpPr>
            <a:cxnSpLocks/>
          </p:cNvCxnSpPr>
          <p:nvPr/>
        </p:nvCxnSpPr>
        <p:spPr>
          <a:xfrm>
            <a:off x="378503" y="17526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345CA-2FC8-42B9-85F7-84F77724D011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10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770-E2EE-4C9B-9F89-128DAC66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16" y="703687"/>
            <a:ext cx="9406190" cy="17225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CE391-8E22-4716-8A8B-C39BA61A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C042F-179F-4DBC-80B7-34B89EA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86EA4-4BE5-4D17-A1DC-196FEA9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6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49B6B-2C1C-452D-9F93-BD9A6F2B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CA8ED-78AC-4474-8874-E4C42429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B764-0B68-4801-ADE7-9310591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0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717A-ED7D-43FE-881F-9407FF22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7476"/>
            <a:ext cx="3932237" cy="16937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FE954-332E-4D66-AFFD-A15389A7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97475"/>
            <a:ext cx="5140180" cy="526357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15CDA-9FC3-4F17-963C-DD9E226E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1194"/>
            <a:ext cx="3932237" cy="35777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30BE-8EE8-4A41-B20E-ACEFC980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B6719-F550-42EF-B377-8E41A46D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6636-5EF9-499C-A3A0-3021812D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3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38CB-27F1-47CF-B05A-CC06883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9822"/>
            <a:ext cx="3932237" cy="16521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67EA-3155-4708-9B86-D7B2B54FC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3687"/>
            <a:ext cx="5212917" cy="49690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434F1-C813-4E9B-98A4-B0B372CE2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6277"/>
            <a:ext cx="3932237" cy="32464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A0B8-75E7-465D-84CB-BC9C3FB2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79C9-B751-43BD-8B27-FA18290E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98FB-27B9-46E5-90E3-09B108B0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4882-AC48-4F1E-837D-E154BEE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613106" cy="12828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D34B7-C335-425E-BF89-DB1A0C235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914525"/>
            <a:ext cx="9613106" cy="388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3754-C885-4DC6-962D-C861267B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9693-03CD-4EBD-A3D7-BE310CD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D01-5E50-4FF1-A1D6-B24B7B75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6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A1D39-AB23-4CEE-BBAA-55B29415D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8644"/>
            <a:ext cx="1912144" cy="5272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20688-FA9B-4ABD-9E9E-C7EADE949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578643"/>
            <a:ext cx="7943848" cy="5272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1A6B-AE19-4BD4-AE49-43E78CC0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2144-27EE-4CE0-B167-F5DBA41B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40B2-EFB0-47EA-878B-6405E1DC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3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BA68A5-A7C7-4D91-AB95-6E0B6FFD87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93EBF-655A-4373-ADBE-9606BFA9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485160" cy="128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2994-4D2E-43BB-9D9B-117ED94A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91757"/>
            <a:ext cx="9485163" cy="370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28926-9DF1-4A3E-8B81-2191D6F7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300" baseline="0">
                <a:solidFill>
                  <a:schemeClr val="accent1"/>
                </a:solidFill>
              </a:defRPr>
            </a:lvl1pPr>
          </a:lstStyle>
          <a:p>
            <a:fld id="{CFBEA57F-793F-4683-BD8A-741FD4B89154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BD4F-CE83-48A3-9683-19CF03C0A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 cap="all" spc="300" baseline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4939-09B3-4A6E-88F8-4D923A56D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25084-C97A-4C25-AE47-DDECF2DD3ABC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478A1-0B34-4F2B-88FA-CF47551E5DF9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12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1580BD-7D80-4957-A58D-916E994AB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3FDF1-CB0C-4EFE-9AAE-1C9EED25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59DE95-F3B9-4A35-9681-78FA926F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8202" y="838212"/>
            <a:ext cx="6438898" cy="4834486"/>
          </a:xfrm>
        </p:spPr>
        <p:txBody>
          <a:bodyPr anchor="b">
            <a:normAutofit/>
          </a:bodyPr>
          <a:lstStyle/>
          <a:p>
            <a:r>
              <a:rPr lang="ru-RU" sz="5400" dirty="0"/>
              <a:t>Приложение для управления подписками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21145" y="838212"/>
            <a:ext cx="1876821" cy="47956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/>
              <a:t>Помогает контролировать </a:t>
            </a:r>
            <a:r>
              <a:rPr lang="ru-RU" sz="1800">
                <a:solidFill>
                  <a:srgbClr val="ED625F"/>
                </a:solidFill>
              </a:rPr>
              <a:t>расходы</a:t>
            </a:r>
            <a:r>
              <a:rPr lang="ru-RU" sz="1800"/>
              <a:t> и экономить деньги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687E3B-9C6D-4102-8F38-DCB77C49C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3C7C39-C73B-4051-B742-C9086B7B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65C608-2429-428E-BDC9-29C15CF30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53400" y="353735"/>
            <a:ext cx="0" cy="569370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4213A3-24CD-2745-3D28-2C07F36AFE94}"/>
              </a:ext>
            </a:extLst>
          </p:cNvPr>
          <p:cNvSpPr txBox="1"/>
          <p:nvPr/>
        </p:nvSpPr>
        <p:spPr>
          <a:xfrm>
            <a:off x="5465857" y="6104501"/>
            <a:ext cx="52762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accent1"/>
                </a:solidFill>
              </a:rPr>
              <a:t>Неверов Максим Евгеньевич 410-ИС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54F69-5673-7E8B-1A09-5DB345DA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E80BE-E1A0-988C-2C22-0EBB70D61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58703"/>
            <a:ext cx="9527275" cy="323204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ru-RU" sz="2800" b="1" dirty="0" err="1"/>
              <a:t>Android</a:t>
            </a:r>
            <a:r>
              <a:rPr lang="ru-RU" sz="2800" b="1" dirty="0"/>
              <a:t>-приложение для управления профилем и подписками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Работа с пользовательским профилем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Управление подписками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Просмотр аналитики</a:t>
            </a:r>
          </a:p>
          <a:p>
            <a:pPr marL="457200" lvl="1" indent="0">
              <a:buNone/>
            </a:pPr>
            <a:endParaRPr lang="ru-RU" sz="26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F8D1C7-A3DC-1F1A-E240-F3A6DDDB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15354-5E81-80AF-1A11-3F9557AB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 err="1"/>
              <a:t>Ох</a:t>
            </a:r>
            <a:r>
              <a:rPr lang="en-US" dirty="0"/>
              <a:t> </a:t>
            </a:r>
            <a:r>
              <a:rPr lang="en-US" dirty="0" err="1"/>
              <a:t>уж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подписки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8B1E7A-7CFE-BE82-F685-BE152B53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2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4C26D-4B4A-D331-DCBC-D343D1FC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0E1C73-FC35-F615-BF48-5C77D5D3C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/>
              <a:t>Почему это актуально:</a:t>
            </a:r>
          </a:p>
          <a:p>
            <a:pPr lvl="1"/>
            <a:r>
              <a:rPr lang="ru-RU" sz="2200" dirty="0"/>
              <a:t>Сложно анализировать расходы и активные подписки</a:t>
            </a:r>
          </a:p>
          <a:p>
            <a:pPr lvl="1"/>
            <a:r>
              <a:rPr lang="ru-RU" sz="2200" dirty="0"/>
              <a:t>Потеря денег из-за забытых платежей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F522E-B6B7-2B9E-B37F-F17907AF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8C3FF3-CA1A-64C9-29BB-1833DAAC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А </a:t>
            </a:r>
            <a:r>
              <a:rPr lang="en-US" err="1"/>
              <a:t>вы</a:t>
            </a:r>
            <a:r>
              <a:rPr lang="en-US"/>
              <a:t> </a:t>
            </a:r>
            <a:r>
              <a:rPr lang="en-US" err="1"/>
              <a:t>любите</a:t>
            </a:r>
            <a:r>
              <a:rPr lang="en-US"/>
              <a:t> </a:t>
            </a:r>
            <a:r>
              <a:rPr lang="en-US" err="1"/>
              <a:t>подписки</a:t>
            </a:r>
            <a:r>
              <a:rPr lang="en-US"/>
              <a:t>?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1FD2C6-92E3-0DF6-2CFF-01B8C028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1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A8E9A-E398-93C9-68A7-788AED1B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AD25A1-9824-54F1-954F-80EC3368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75" y="2028775"/>
            <a:ext cx="9527275" cy="36439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600" dirty="0"/>
              <a:t>Журнал подписок:</a:t>
            </a:r>
          </a:p>
          <a:p>
            <a:pPr lvl="1"/>
            <a:r>
              <a:rPr lang="ru-RU" sz="1400" dirty="0"/>
              <a:t>Возможность добавлять подписки</a:t>
            </a:r>
          </a:p>
          <a:p>
            <a:r>
              <a:rPr lang="ru-RU" sz="1600" dirty="0"/>
              <a:t>Уведомления-напоминания:</a:t>
            </a:r>
          </a:p>
          <a:p>
            <a:pPr lvl="1"/>
            <a:r>
              <a:rPr lang="ru-RU" sz="1400" dirty="0"/>
              <a:t>Приложение автоматически отправит уведомление за день до списания</a:t>
            </a:r>
          </a:p>
          <a:p>
            <a:r>
              <a:rPr lang="ru-RU" sz="1600" dirty="0"/>
              <a:t>Авторизация и гостевой режим</a:t>
            </a:r>
          </a:p>
          <a:p>
            <a:r>
              <a:rPr lang="ru-RU" sz="1600" dirty="0"/>
              <a:t>Управление профилем пользователя:</a:t>
            </a:r>
          </a:p>
          <a:p>
            <a:pPr lvl="1"/>
            <a:r>
              <a:rPr lang="ru-RU" sz="1400" dirty="0"/>
              <a:t>логин и аватар;</a:t>
            </a:r>
          </a:p>
          <a:p>
            <a:pPr lvl="1"/>
            <a:r>
              <a:rPr lang="ru-RU" sz="1400" dirty="0"/>
              <a:t>смена логина и пароля</a:t>
            </a:r>
            <a:endParaRPr lang="ru-RU" sz="1600" dirty="0"/>
          </a:p>
          <a:p>
            <a:r>
              <a:rPr lang="ru-RU" sz="1600" dirty="0"/>
              <a:t>Простая аналитика:</a:t>
            </a:r>
          </a:p>
          <a:p>
            <a:pPr lvl="1"/>
            <a:r>
              <a:rPr lang="ru-RU" sz="1400" dirty="0"/>
              <a:t>Отображение общей суммы трат на подписки в месяц</a:t>
            </a:r>
            <a:r>
              <a:rPr lang="en-US" sz="1400" dirty="0"/>
              <a:t>/</a:t>
            </a:r>
            <a:r>
              <a:rPr lang="ru-RU" sz="1400" dirty="0"/>
              <a:t>неделю</a:t>
            </a:r>
            <a:r>
              <a:rPr lang="en-US" sz="1400" dirty="0"/>
              <a:t>/</a:t>
            </a:r>
            <a:r>
              <a:rPr lang="ru-RU" sz="1400" dirty="0"/>
              <a:t>год</a:t>
            </a:r>
          </a:p>
          <a:p>
            <a:pPr marL="457200" lvl="1" indent="0">
              <a:buNone/>
            </a:pPr>
            <a:endParaRPr lang="ru-RU" sz="14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6DC55-5393-C4D6-D748-A22E3152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44F8F4-FE9A-F97D-3EE0-BA0B826E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err="1"/>
              <a:t>Тык</a:t>
            </a:r>
            <a:r>
              <a:rPr lang="en-US" dirty="0"/>
              <a:t> </a:t>
            </a:r>
            <a:r>
              <a:rPr lang="en-US" err="1"/>
              <a:t>тык</a:t>
            </a:r>
            <a:r>
              <a:rPr lang="en-US" dirty="0"/>
              <a:t>, я </a:t>
            </a:r>
            <a:r>
              <a:rPr lang="en-US" err="1"/>
              <a:t>программист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B85139-F206-A0BE-051E-DE073260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3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A448B-0F31-A5E5-892E-542E86A8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Технологии, которые будут использованы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D90D7F-C4E7-1ABD-8EBE-5CEA922F8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800" dirty="0"/>
              <a:t>Приложение: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b="1" dirty="0"/>
              <a:t>Android studio</a:t>
            </a:r>
            <a:r>
              <a:rPr lang="ru-RU" sz="2400" b="1" dirty="0"/>
              <a:t>: </a:t>
            </a:r>
            <a:r>
              <a:rPr lang="ru-RU" sz="2400" dirty="0"/>
              <a:t>фреймворк для создания кросс-платформенных приложений</a:t>
            </a:r>
          </a:p>
          <a:p>
            <a:r>
              <a:rPr lang="ru-RU" sz="2800" dirty="0"/>
              <a:t>База данных: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2400" b="1" dirty="0" err="1"/>
              <a:t>Нериалиационная</a:t>
            </a:r>
            <a:r>
              <a:rPr lang="ru-RU" sz="2400" b="1" dirty="0"/>
              <a:t> база </a:t>
            </a:r>
            <a:r>
              <a:rPr lang="en-US" sz="2400" b="1" dirty="0"/>
              <a:t>Firebase</a:t>
            </a:r>
            <a:r>
              <a:rPr lang="ru-RU" sz="2400" b="1" dirty="0"/>
              <a:t>:</a:t>
            </a:r>
            <a:r>
              <a:rPr lang="ru-RU" sz="2400" dirty="0"/>
              <a:t> для хранения данных о подписках</a:t>
            </a:r>
            <a:r>
              <a:rPr lang="en-US" sz="2400" dirty="0"/>
              <a:t>, </a:t>
            </a:r>
            <a:r>
              <a:rPr lang="ru-RU" sz="2400" dirty="0"/>
              <a:t>пользователях</a:t>
            </a:r>
          </a:p>
          <a:p>
            <a:pPr marL="0" indent="0">
              <a:buNone/>
            </a:pPr>
            <a:endParaRPr lang="ru-RU" sz="2800" dirty="0"/>
          </a:p>
          <a:p>
            <a:pPr lvl="1">
              <a:buFont typeface="Courier New" panose="020B0604020202020204" pitchFamily="34" charset="0"/>
              <a:buChar char="o"/>
            </a:pPr>
            <a:endParaRPr lang="ru-RU" sz="24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3A6005-3854-F1A6-AA80-C4EB5C86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1863DC-E57B-E61F-DA65-89FA2F16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C3C86F-7077-0E8E-93CD-D4704C77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7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7030C-E4FE-59EE-5F78-677854C9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экраны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A1FD33-0ADA-A55F-AD0F-D71396A0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Структура экранов приложения</a:t>
            </a:r>
            <a:endParaRPr lang="ru-RU" dirty="0"/>
          </a:p>
          <a:p>
            <a:pPr lvl="1"/>
            <a:r>
              <a:rPr lang="ru-RU" dirty="0"/>
              <a:t>Главный экран</a:t>
            </a:r>
          </a:p>
          <a:p>
            <a:pPr lvl="1"/>
            <a:r>
              <a:rPr lang="ru-RU" dirty="0"/>
              <a:t>Экран добавления подписки</a:t>
            </a:r>
          </a:p>
          <a:p>
            <a:pPr lvl="1"/>
            <a:r>
              <a:rPr lang="ru-RU" dirty="0"/>
              <a:t>Экран аналитики</a:t>
            </a:r>
          </a:p>
          <a:p>
            <a:pPr lvl="1"/>
            <a:r>
              <a:rPr lang="ru-RU" dirty="0"/>
              <a:t>Экран профиля и настроек</a:t>
            </a:r>
          </a:p>
          <a:p>
            <a:pPr lvl="1"/>
            <a:r>
              <a:rPr lang="ru-RU" dirty="0"/>
              <a:t>Экран авторизации</a:t>
            </a:r>
            <a:r>
              <a:rPr lang="en-US" dirty="0"/>
              <a:t>/</a:t>
            </a:r>
            <a:r>
              <a:rPr lang="ru-RU" dirty="0"/>
              <a:t>регистрации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F79706-ADC2-00FF-E224-6CC119CD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003616-E2FA-BBA1-3DC8-04BCB88B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8AC8AD-EA11-8173-701E-06F502FB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84B1A-09B5-9F7C-A22B-A73986B5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539685-5DB7-4DAF-8ABA-8C93C68F1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Как устроено приложение</a:t>
            </a:r>
            <a:endParaRPr lang="ru-RU" dirty="0"/>
          </a:p>
          <a:p>
            <a:pPr lvl="1"/>
            <a:r>
              <a:rPr lang="en-US" dirty="0"/>
              <a:t>Activity + XML</a:t>
            </a:r>
          </a:p>
          <a:p>
            <a:pPr lvl="1"/>
            <a:r>
              <a:rPr lang="en-US" dirty="0"/>
              <a:t>Firebase Auth — </a:t>
            </a:r>
            <a:r>
              <a:rPr lang="ru-RU" dirty="0"/>
              <a:t>авторизация</a:t>
            </a:r>
          </a:p>
          <a:p>
            <a:pPr lvl="1"/>
            <a:r>
              <a:rPr lang="en-US" dirty="0"/>
              <a:t>Firebase </a:t>
            </a:r>
            <a:r>
              <a:rPr lang="en-US" dirty="0" err="1"/>
              <a:t>Firestore</a:t>
            </a:r>
            <a:r>
              <a:rPr lang="en-US" dirty="0"/>
              <a:t>:</a:t>
            </a:r>
          </a:p>
          <a:p>
            <a:pPr marL="1200150" lvl="2" indent="-285750"/>
            <a:r>
              <a:rPr lang="ru-RU" dirty="0"/>
              <a:t>профиль пользователя</a:t>
            </a:r>
          </a:p>
          <a:p>
            <a:pPr marL="1200150" lvl="2" indent="-285750"/>
            <a:r>
              <a:rPr lang="ru-RU" dirty="0"/>
              <a:t>подписки (</a:t>
            </a:r>
            <a:r>
              <a:rPr lang="en-US" dirty="0"/>
              <a:t>subscriptions)</a:t>
            </a:r>
          </a:p>
          <a:p>
            <a:pPr lvl="1"/>
            <a:r>
              <a:rPr lang="ru-RU" dirty="0"/>
              <a:t>Локальное хранение изображений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4F739-473D-24EC-88B9-C48A274B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334F9F-F885-20D5-D77C-29E7901D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8D7FCD-4936-F2D1-4240-3C73DA7E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6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6D026-A4C7-26B1-B5D6-17D79FEC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038C13-F501-ACEF-4663-4C71BD32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b="1" dirty="0"/>
              <a:t>Коллекция </a:t>
            </a:r>
            <a:r>
              <a:rPr lang="en-US" b="1" dirty="0"/>
              <a:t>user/{</a:t>
            </a:r>
            <a:r>
              <a:rPr lang="en-US" b="1" dirty="0" err="1"/>
              <a:t>uid</a:t>
            </a:r>
            <a:r>
              <a:rPr lang="en-US" b="1" dirty="0"/>
              <a:t>}</a:t>
            </a:r>
          </a:p>
          <a:p>
            <a:pPr lvl="1"/>
            <a:r>
              <a:rPr lang="en-US" b="1" dirty="0"/>
              <a:t>Email, login, name, </a:t>
            </a:r>
            <a:r>
              <a:rPr lang="en-US" b="1" dirty="0" err="1"/>
              <a:t>avatarUrl</a:t>
            </a:r>
            <a:r>
              <a:rPr lang="en-US" b="1" dirty="0"/>
              <a:t>, </a:t>
            </a:r>
            <a:r>
              <a:rPr lang="en-US" b="1" dirty="0" err="1"/>
              <a:t>createdAt</a:t>
            </a:r>
            <a:r>
              <a:rPr lang="en-US" b="1" dirty="0"/>
              <a:t>/</a:t>
            </a:r>
            <a:r>
              <a:rPr lang="en-US" b="1" dirty="0" err="1"/>
              <a:t>updatedAt</a:t>
            </a:r>
            <a:endParaRPr lang="en-US" b="1" dirty="0"/>
          </a:p>
          <a:p>
            <a:r>
              <a:rPr lang="ru-RU" b="1" dirty="0" err="1"/>
              <a:t>Подколлекция</a:t>
            </a:r>
            <a:r>
              <a:rPr lang="ru-RU" b="1" dirty="0"/>
              <a:t> </a:t>
            </a:r>
            <a:r>
              <a:rPr lang="en-US" b="1" dirty="0"/>
              <a:t>subscription</a:t>
            </a:r>
            <a:endParaRPr lang="ru-RU" b="1" dirty="0"/>
          </a:p>
          <a:p>
            <a:pPr lvl="1"/>
            <a:r>
              <a:rPr lang="en-US" b="1" dirty="0" err="1"/>
              <a:t>seriveName</a:t>
            </a:r>
            <a:r>
              <a:rPr lang="en-US" b="1" dirty="0"/>
              <a:t>, cost, frequency, </a:t>
            </a:r>
            <a:r>
              <a:rPr lang="en-US" b="1" dirty="0" err="1"/>
              <a:t>nextPaymentDate</a:t>
            </a:r>
            <a:r>
              <a:rPr lang="en-US" b="1" dirty="0"/>
              <a:t>, </a:t>
            </a:r>
            <a:r>
              <a:rPr lang="en-US" b="1" dirty="0" err="1"/>
              <a:t>isActive</a:t>
            </a:r>
            <a:endParaRPr lang="ru-RU" b="1" dirty="0"/>
          </a:p>
          <a:p>
            <a:r>
              <a:rPr lang="ru-RU" b="1" dirty="0" err="1"/>
              <a:t>Доп</a:t>
            </a:r>
            <a:r>
              <a:rPr lang="ru-RU" b="1" dirty="0"/>
              <a:t> коллекция</a:t>
            </a:r>
          </a:p>
          <a:p>
            <a:pPr lvl="1"/>
            <a:r>
              <a:rPr lang="en-US" b="1" dirty="0"/>
              <a:t>Logins, emails</a:t>
            </a:r>
            <a:endParaRPr lang="ru-RU" b="1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B697F1-91D5-E289-3F83-4EB0D98D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56AF25-C0D1-50E7-3842-FB59A80E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 err="1"/>
              <a:t>Деньги</a:t>
            </a:r>
            <a:r>
              <a:rPr lang="en-US" dirty="0"/>
              <a:t> </a:t>
            </a:r>
            <a:r>
              <a:rPr lang="en-US" dirty="0" err="1"/>
              <a:t>Деньги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3E2E36-5C3B-6ADE-BB52-95A0AAE4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4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B9447-338D-FA79-C601-67DF889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6736E0-FDBD-9FAC-05D3-FD18F2962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Реализована авторизация пользователей и гостевой режим;</a:t>
            </a:r>
          </a:p>
          <a:p>
            <a:r>
              <a:rPr lang="ru-RU" dirty="0"/>
              <a:t>Создан пользовательский профиль с возможностью изменения данных;</a:t>
            </a:r>
          </a:p>
          <a:p>
            <a:r>
              <a:rPr lang="ru-RU"/>
              <a:t>Реализовано </a:t>
            </a:r>
            <a:r>
              <a:rPr lang="ru-RU" dirty="0"/>
              <a:t>хранение данных в </a:t>
            </a:r>
            <a:r>
              <a:rPr lang="ru-RU" dirty="0" err="1"/>
              <a:t>Firebase</a:t>
            </a:r>
            <a:r>
              <a:rPr lang="ru-RU" dirty="0"/>
              <a:t> </a:t>
            </a:r>
            <a:r>
              <a:rPr lang="ru-RU" dirty="0" err="1"/>
              <a:t>Firestore</a:t>
            </a:r>
            <a:r>
              <a:rPr lang="ru-RU" dirty="0"/>
              <a:t>;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872C78-9B34-99C6-386E-A0DDF5D4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15CB75-308F-E716-BF8E-AAB88B01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66D8F-B110-02F1-5733-4053A03F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6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80E9F-0447-2406-D7E7-46376E25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по развитию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2BF2D-B85E-2945-9F7C-F2CAA582A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автоматического добавления подписок</a:t>
            </a:r>
          </a:p>
          <a:p>
            <a:r>
              <a:rPr lang="ru-RU" dirty="0"/>
              <a:t>Добавление более расширенного создания подписки</a:t>
            </a:r>
          </a:p>
          <a:p>
            <a:r>
              <a:rPr lang="ru-RU" dirty="0"/>
              <a:t>Добавление категорий подпискам</a:t>
            </a:r>
            <a:endParaRPr lang="en-US" dirty="0"/>
          </a:p>
          <a:p>
            <a:r>
              <a:rPr lang="ru-RU" dirty="0"/>
              <a:t>Добавление светлой темы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AFF141-5A7E-8101-0227-E0F32E72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E3745-A9E6-B100-48AA-9C649D67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AC4A5D-5427-1F05-BD50-DEBFE40D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1705"/>
      </p:ext>
    </p:extLst>
  </p:cSld>
  <p:clrMapOvr>
    <a:masterClrMapping/>
  </p:clrMapOvr>
</p:sld>
</file>

<file path=ppt/theme/theme1.xml><?xml version="1.0" encoding="utf-8"?>
<a:theme xmlns:a="http://schemas.openxmlformats.org/drawingml/2006/main" name="MemoVTI">
  <a:themeElements>
    <a:clrScheme name="Custom 73">
      <a:dk1>
        <a:sysClr val="windowText" lastClr="000000"/>
      </a:dk1>
      <a:lt1>
        <a:sysClr val="window" lastClr="FFFFFF"/>
      </a:lt1>
      <a:dk2>
        <a:srgbClr val="192033"/>
      </a:dk2>
      <a:lt2>
        <a:srgbClr val="F3EAD9"/>
      </a:lt2>
      <a:accent1>
        <a:srgbClr val="ED625F"/>
      </a:accent1>
      <a:accent2>
        <a:srgbClr val="2F4FA7"/>
      </a:accent2>
      <a:accent3>
        <a:srgbClr val="76A899"/>
      </a:accent3>
      <a:accent4>
        <a:srgbClr val="D4669D"/>
      </a:accent4>
      <a:accent5>
        <a:srgbClr val="F2855A"/>
      </a:accent5>
      <a:accent6>
        <a:srgbClr val="C44732"/>
      </a:accent6>
      <a:hlink>
        <a:srgbClr val="3F7AAF"/>
      </a:hlink>
      <a:folHlink>
        <a:srgbClr val="9E4687"/>
      </a:folHlink>
    </a:clrScheme>
    <a:fontScheme name="Elephant Univers Condensed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moVTI" id="{DF30D94D-D909-45F8-8565-C675708280D4}" vid="{636A8D8B-0354-48FA-9492-83E81C2616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278</Words>
  <Application>Microsoft Office PowerPoint</Application>
  <PresentationFormat>Широкоэкранный</PresentationFormat>
  <Paragraphs>81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Elephant</vt:lpstr>
      <vt:lpstr>Univers Condensed</vt:lpstr>
      <vt:lpstr>MemoVTI</vt:lpstr>
      <vt:lpstr>Приложение для управления подписками</vt:lpstr>
      <vt:lpstr>Идея проекта</vt:lpstr>
      <vt:lpstr>Проблема</vt:lpstr>
      <vt:lpstr>Ключевые функции</vt:lpstr>
      <vt:lpstr>Технологии, которые будут использованы</vt:lpstr>
      <vt:lpstr>Основные экраны</vt:lpstr>
      <vt:lpstr>Архитектура</vt:lpstr>
      <vt:lpstr>Структура базы данных</vt:lpstr>
      <vt:lpstr>Выводы</vt:lpstr>
      <vt:lpstr>Планы по развитию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</dc:creator>
  <cp:lastModifiedBy>максим неверов</cp:lastModifiedBy>
  <cp:revision>206</cp:revision>
  <dcterms:created xsi:type="dcterms:W3CDTF">2025-09-09T11:17:47Z</dcterms:created>
  <dcterms:modified xsi:type="dcterms:W3CDTF">2025-12-20T01:04:25Z</dcterms:modified>
</cp:coreProperties>
</file>